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the source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Orion handbook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Orion 팀의 문서 파싱 검증입니다.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